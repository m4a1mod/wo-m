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  <p:sldSz cx="9144000" cy="51435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s/_rels/slide1.xml.rels><?xml version="1.0" encoding="UTF-8"?><Relationships xmlns="http://schemas.openxmlformats.org/package/2006/relationships"/>
</file>

<file path=ppt/slides/_rels/slide2.xml.rels><?xml version="1.0" encoding="UTF-8"?><Relationships xmlns="http://schemas.openxmlformats.org/package/2006/relationships"/>
</file>

<file path=ppt/slides/_rels/slide3.xml.rels><?xml version="1.0" encoding="UTF-8"?><Relationships xmlns="http://schemas.openxmlformats.org/package/2006/relationships"/>
</file>

<file path=ppt/slides/_rels/slide4.xml.rels><?xml version="1.0" encoding="UTF-8"?><Relationships xmlns="http://schemas.openxmlformats.org/package/2006/relationships"/>
</file>

<file path=ppt/slides/_rels/slide5.xml.rels><?xml version="1.0" encoding="UTF-8"?><Relationships xmlns="http://schemas.openxmlformats.org/package/2006/relationships"/>
</file>

<file path=ppt/slides/_rels/slide6.xml.rels><?xml version="1.0" encoding="UTF-8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7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3000" b="1">
                <a:solidFill>
                  <a:srgbClr val="FFFFFF"/>
                </a:solidFill>
              </a:rPr>
              <a:t>丝绸之路：跨文明交流</a:t>
            </a:r>
          </a:p>
        </p:txBody>
      </p:sp>
      <p:sp>
        <p:nvSpPr>
          <p:cNvPr id="3" name="正文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/>
          <a:lstStyle/>
          <a:p>
            <a:pPr marL="342900" indent="-285750">
              <a:buChar char="•"/>
            </a:pPr>
            <a:r>
              <a:rPr lang="zh-CN" sz="1800">
                <a:solidFill>
                  <a:srgbClr val="E8ECFF"/>
                </a:solidFill>
              </a:rPr>
              <a:t>历史 · 七年级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E8ECFF"/>
                </a:solidFill>
              </a:rPr>
              <a:t>教学重点：时空定位、史料实证、因果联系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600" b="1">
                <a:solidFill>
                  <a:srgbClr val="25345C"/>
                </a:solidFill>
              </a:rPr>
              <a:t>01 时空定位</a:t>
            </a:r>
          </a:p>
        </p:txBody>
      </p:sp>
      <p:sp>
        <p:nvSpPr>
          <p:cNvPr id="3" name="正文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/>
          <a:lstStyle/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把“丝绸之路：跨文明交流”放回历史现场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结合时间轴与地图确定关键时间、地点、人物和相邻事件，建立整体框架。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互动：地图寻踪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知识点：时间轴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视觉建议：概念关系图 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600" b="1">
                <a:solidFill>
                  <a:srgbClr val="25345C"/>
                </a:solidFill>
              </a:rPr>
              <a:t>02 史料研读</a:t>
            </a:r>
          </a:p>
        </p:txBody>
      </p:sp>
      <p:sp>
        <p:nvSpPr>
          <p:cNvPr id="3" name="正文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/>
          <a:lstStyle/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史料告诉了我们什么？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对文字、图像、器物或统计材料进行来源、内容、立场和局限分析。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互动：史料侦探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知识点：史料类型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视觉建议：情境配图 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600" b="1">
                <a:solidFill>
                  <a:srgbClr val="25345C"/>
                </a:solidFill>
              </a:rPr>
              <a:t>03 因果探究</a:t>
            </a:r>
          </a:p>
        </p:txBody>
      </p:sp>
      <p:sp>
        <p:nvSpPr>
          <p:cNvPr id="3" name="正文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/>
          <a:lstStyle/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历史为何这样发生？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从政治、经济、社会、文化、地理等角度建立多因一果或一因多果关系。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互动：因果链拼图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知识点：背景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视觉建议：步骤流程图 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600" b="1">
                <a:solidFill>
                  <a:srgbClr val="25345C"/>
                </a:solidFill>
              </a:rPr>
              <a:t>04 历史解释</a:t>
            </a:r>
          </a:p>
        </p:txBody>
      </p:sp>
      <p:sp>
        <p:nvSpPr>
          <p:cNvPr id="3" name="正文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/>
          <a:lstStyle/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如何评价它的历史影响？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围绕一个可争论命题，使用史实与史料从不同主体、区域和时段进行评价。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互动：微型史学辩论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知识点：历史影响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视觉建议：数据/史料卡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600" b="1">
                <a:solidFill>
                  <a:srgbClr val="25345C"/>
                </a:solidFill>
              </a:rPr>
              <a:t>05 总结与迁移</a:t>
            </a:r>
          </a:p>
        </p:txBody>
      </p:sp>
      <p:sp>
        <p:nvSpPr>
          <p:cNvPr id="3" name="正文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/>
          <a:lstStyle/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把“丝绸之路：跨文明交流”变成自己的知识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用一句话概括核心结论，再通过新的情境检验能否迁移运用。系统根据课堂回答给出分层复习建议。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互动：出口卡 + 同伴互评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知识点：知识结构</a:t>
            </a:r>
          </a:p>
          <a:p>
            <a:pPr marL="342900" indent="-285750">
              <a:buChar char="•"/>
            </a:pPr>
            <a:r>
              <a:rPr lang="zh-CN" sz="1800">
                <a:solidFill>
                  <a:srgbClr val="3F4D6B"/>
                </a:solidFill>
              </a:rPr>
              <a:t>视觉建议：知识总结图 🙂</a:t>
            </a:r>
          </a:p>
        </p:txBody>
      </p:sp>
    </p:spTree>
  </p:cSld>
  <p:clrMapOvr>
    <a:masterClrMapping/>
  </p:clrMapOvr>
</p:sld>
</file>